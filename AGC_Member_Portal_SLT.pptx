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SLT team. This walkthrough covers every section of the AGC Member Portal. Live at memberportal.amirgc.com.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portal covers 4 pillars. Every employee logs in with Microsoft 365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home dashboard. Scroll through quick actions, the news feed, then the sidebar.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into Employee of the Month to show the detail page with past winners.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Navigate to AGC University. Show a course and its lessons. Highlight facility-based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Team page org chart. Demonstrate leave request flow and the manager inbox.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an IT ticket live. Show that regular users only see their own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Calendar page. Click a highlighted date on the mini calendar to show the event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a name or 'EOM' in the sidebar search to demonstrate.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governance slide. Admin grants allow granular delegation without giving full admin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Offer a live demo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0B3EAF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A7D34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0B3EA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601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A7D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GROUP OF COMPANIES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AGC Member Portal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7D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Leadership Team Walkthrough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 for every AGC employee — communication, learning, operations, and security.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0992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3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664208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Communication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07568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news, EOM, birthdays, new hires, leadership updates, customer wins, community.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170992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D7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13832" y="1664208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Development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13832" y="207568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University: structured courses, lessons, assignments, and facility-based access control.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3558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7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55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3310128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HR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72160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requests, team org chart, manager approval inbox, IT support tickets.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33558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B8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3355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13832" y="3310128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Security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13832" y="372160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scoped admin grants, Microsoft SSO, reports via Power BI.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81728"/>
            <a:ext cx="8412480" cy="301752"/>
          </a:xfrm>
          <a:prstGeom prst="roundRect">
            <a:avLst>
              <a:gd name="adj" fmla="val 18182"/>
            </a:avLst>
          </a:prstGeom>
          <a:solidFill>
            <a:srgbClr val="0B3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8172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Units: AGC · AQM · SCF · ASP     |     Roles: Admin · Manager · Employee     |     Microsoft SSO     |     Hosted on Render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71F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3200400"/>
            <a:ext cx="2286000" cy="2286000"/>
          </a:xfrm>
          <a:prstGeom prst="ellipse">
            <a:avLst/>
          </a:prstGeom>
          <a:solidFill>
            <a:srgbClr val="0B3EA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29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Home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D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every employee sees after logging 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49040" y="466344"/>
            <a:ext cx="182880" cy="182880"/>
          </a:xfrm>
          <a:prstGeom prst="ellipse">
            <a:avLst/>
          </a:prstGeom>
          <a:solidFill>
            <a:srgbClr val="A7D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9936" y="320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59936" y="6217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shortcuts: Profile, Team, Reports, UofAGC, Upcoming, IT Support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380744"/>
            <a:ext cx="182880" cy="182880"/>
          </a:xfrm>
          <a:prstGeom prst="ellipse">
            <a:avLst/>
          </a:prstGeom>
          <a:solidFill>
            <a:srgbClr val="A7D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9936" y="1234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News Feed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59936" y="15361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of EOM, Leadership, Community wins — each card links to a detail page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2295144"/>
            <a:ext cx="182880" cy="182880"/>
          </a:xfrm>
          <a:prstGeom prst="ellipse">
            <a:avLst/>
          </a:prstGeom>
          <a:solidFill>
            <a:srgbClr val="A7D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9936" y="2148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Birthdays &amp; Anniversaries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59936" y="24505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celebrations shown in the sidebar with years of 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3209544"/>
            <a:ext cx="182880" cy="182880"/>
          </a:xfrm>
          <a:prstGeom prst="ellipse">
            <a:avLst/>
          </a:prstGeom>
          <a:solidFill>
            <a:srgbClr val="A7D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9936" y="3063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59936" y="33649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events from the calendar and upcoming list, shown in sidebar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4123944"/>
            <a:ext cx="182880" cy="182880"/>
          </a:xfrm>
          <a:prstGeom prst="ellipse">
            <a:avLst/>
          </a:prstGeom>
          <a:solidFill>
            <a:srgbClr val="A7D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9936" y="3977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Banner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59936" y="42793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greeting with the employee's name and photo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News &amp; Celebrations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happening across AGC — surfaced automatically on the home feed.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53312"/>
            <a:ext cx="26334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527048"/>
            <a:ext cx="384048" cy="384048"/>
          </a:xfrm>
          <a:prstGeom prst="ellipse">
            <a:avLst/>
          </a:prstGeom>
          <a:solidFill>
            <a:srgbClr val="0B3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08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of the Month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for that calendar month only. Click to see the winner profile and all past winners.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353312"/>
            <a:ext cx="26334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527048"/>
            <a:ext cx="384048" cy="384048"/>
          </a:xfrm>
          <a:prstGeom prst="ellipse">
            <a:avLst/>
          </a:prstGeom>
          <a:solidFill>
            <a:srgbClr val="0D7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2776" y="1508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Updates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9659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from leadership across all business units with full detail pages.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44768" y="1353312"/>
            <a:ext cx="26334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1527048"/>
            <a:ext cx="384048" cy="384048"/>
          </a:xfrm>
          <a:prstGeom prst="ellipse">
            <a:avLst/>
          </a:prstGeom>
          <a:solidFill>
            <a:srgbClr val="B8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1508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Wins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19659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client successes and milestones shared across the organization.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907792"/>
            <a:ext cx="26334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081528"/>
            <a:ext cx="384048" cy="38404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Involvement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5204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AGC's community impact and volunteer initiatives.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907792"/>
            <a:ext cx="26334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3081528"/>
            <a:ext cx="384048" cy="384048"/>
          </a:xfrm>
          <a:prstGeom prst="ellipse">
            <a:avLst/>
          </a:prstGeom>
          <a:solidFill>
            <a:srgbClr val="057B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5204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new team members with dedicated cards on the dashboard.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4768" y="2907792"/>
            <a:ext cx="26334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27648" y="3081528"/>
            <a:ext cx="384048" cy="384048"/>
          </a:xfrm>
          <a:prstGeom prst="ellipse">
            <a:avLst/>
          </a:prstGeom>
          <a:solidFill>
            <a:srgbClr val="9B2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Birthdays &amp; Anniversaries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35204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birthdays and work anniversaries shown in the sidebar with year count.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A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3200400"/>
            <a:ext cx="2286000" cy="2286000"/>
          </a:xfrm>
          <a:prstGeom prst="ellipse">
            <a:avLst/>
          </a:prstGeom>
          <a:solidFill>
            <a:srgbClr val="A7D344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AGC University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LMS built into the portal — structured training paths for every facility.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824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&amp; Lessons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training content with rich lesson views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408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78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learning with due dates and manager visibility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99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23697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Per-employee completion summaries for compliance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21024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Facility-Based Access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9534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University-only mode restricts users to their training portal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79392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159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Business Unit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5537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scoped per facility: AGC, AQM, SCF, ASP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7315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UofAGC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Hub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89788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D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89788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9788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D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89788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9788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D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SSO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89788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Manager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managers and employees with everything they need in one place.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444752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0B3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16184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/ Team 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30552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org structure across all business units. Filter by department, role, or facility.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1444752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rgbClr val="0D7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2976" y="16184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130552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submit time-off requests; managers review and approve via their dedicated inbox.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3090672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7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3264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Inbox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76472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pending approvals in one view, with team overview at a glance.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36592" y="3090672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3291840"/>
            <a:ext cx="457200" cy="457200"/>
          </a:xfrm>
          <a:prstGeom prst="ellipse">
            <a:avLst/>
          </a:prstGeom>
          <a:solidFill>
            <a:srgbClr val="B8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2976" y="3264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776472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their full team's course progress to ensure compliance and development.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4663440"/>
            <a:ext cx="8430768" cy="310896"/>
          </a:xfrm>
          <a:prstGeom prst="roundRect">
            <a:avLst>
              <a:gd name="adj" fmla="val 17647"/>
            </a:avLst>
          </a:prstGeom>
          <a:solidFill>
            <a:srgbClr val="0B3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663440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across all business units: AGC  ·  AQM  ·  SCF  ·  ASP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A0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3291840"/>
            <a:ext cx="2743200" cy="2743200"/>
          </a:xfrm>
          <a:prstGeom prst="ellipse">
            <a:avLst/>
          </a:prstGeom>
          <a:solidFill>
            <a:srgbClr val="7B3FA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292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Support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ticketing system built into the portal — no external tools needed.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0" y="365760"/>
            <a:ext cx="4754880" cy="768096"/>
          </a:xfrm>
          <a:prstGeom prst="roundRect">
            <a:avLst>
              <a:gd name="adj" fmla="val 11905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24528" y="438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Tickets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24528" y="7498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employee can log an IT request directly from the portal.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298448"/>
            <a:ext cx="4754880" cy="768096"/>
          </a:xfrm>
          <a:prstGeom prst="roundRect">
            <a:avLst>
              <a:gd name="adj" fmla="val 11905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24528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Default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24528" y="16824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see only their own tickets — fully private.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2231136"/>
            <a:ext cx="4754880" cy="768096"/>
          </a:xfrm>
          <a:prstGeom prst="roundRect">
            <a:avLst>
              <a:gd name="adj" fmla="val 11905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24528" y="2304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Tickets Grant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24528" y="26151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full ticket visibility to specific users without full admin.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0" y="3163824"/>
            <a:ext cx="4754880" cy="768096"/>
          </a:xfrm>
          <a:prstGeom prst="roundRect">
            <a:avLst>
              <a:gd name="adj" fmla="val 11905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24528" y="3236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24528" y="35478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admins see all tickets. Scoped admins need the IT Tickets grant.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4096512"/>
            <a:ext cx="4754880" cy="768096"/>
          </a:xfrm>
          <a:prstGeom prst="roundRect">
            <a:avLst>
              <a:gd name="adj" fmla="val 11905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24528" y="4169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Badge Count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24528" y="44805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 count shown in the sidebar and navigation.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&amp; Upcoming Events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employee informed about what's happening across AGC.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53312"/>
            <a:ext cx="4041648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499616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Calendar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208483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calendar view embedded in the sidebar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58775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dates = days with events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309067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or click a date to preview events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359359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forward/backward through months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409651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Upcoming Events + Engagement Calendar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36592" y="1353312"/>
            <a:ext cx="4041648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92624" y="1499616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10912" y="208483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Facility-specific event listings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0912" y="258775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on the dashboard sidebar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0912" y="309067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events via Upcoming admin panel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10912" y="359359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Date-range spanning events supported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10912" y="409651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Upcoming page with all future events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74520"/>
          </a:xfrm>
          <a:prstGeom prst="rect">
            <a:avLst/>
          </a:prstGeom>
          <a:solidFill>
            <a:srgbClr val="0B3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Global Search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all portal content from the sidebar — results appear in under 300ms.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2029968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029968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071F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2286000"/>
            <a:ext cx="2697480" cy="256032"/>
          </a:xfrm>
          <a:prstGeom prst="rect">
            <a:avLst/>
          </a:prstGeom>
          <a:solidFill>
            <a:srgbClr val="071F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0299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6334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31089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5844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40599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029968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029968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0D7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286000"/>
            <a:ext cx="2697480" cy="256032"/>
          </a:xfrm>
          <a:prstGeom prst="rect">
            <a:avLst/>
          </a:prstGeom>
          <a:solidFill>
            <a:srgbClr val="0D7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0299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6334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of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1089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Updates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5844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40599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Posts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6208" y="2029968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2029968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7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2286000"/>
            <a:ext cx="2697480" cy="256032"/>
          </a:xfrm>
          <a:prstGeom prst="rect">
            <a:avLst/>
          </a:prstGeom>
          <a:solidFill>
            <a:srgbClr val="7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20299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19088" y="26334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19088" y="31089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19088" y="35844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Tickets (scoped)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9088" y="40599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News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" y="4773168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debounced search  ·  Min. 2 characters  ·  Results grouped by category  ·  Click any result to navigate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Access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Role-based, grant-scoped, and SSO-ready — enterprise-grade access management.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53312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53312"/>
            <a:ext cx="2697480" cy="548640"/>
          </a:xfrm>
          <a:prstGeom prst="roundRect">
            <a:avLst>
              <a:gd name="adj" fmla="val 20000"/>
            </a:avLst>
          </a:prstGeom>
          <a:solidFill>
            <a:srgbClr val="071F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691640"/>
            <a:ext cx="2697480" cy="219456"/>
          </a:xfrm>
          <a:prstGeom prst="rect">
            <a:avLst/>
          </a:prstGeom>
          <a:solidFill>
            <a:srgbClr val="071F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533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portal access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4505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8895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grant assignment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3284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management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7673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353312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353312"/>
            <a:ext cx="2697480" cy="548640"/>
          </a:xfrm>
          <a:prstGeom prst="roundRect">
            <a:avLst>
              <a:gd name="adj" fmla="val 20000"/>
            </a:avLst>
          </a:prstGeom>
          <a:solidFill>
            <a:srgbClr val="0B3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691640"/>
            <a:ext cx="2697480" cy="219456"/>
          </a:xfrm>
          <a:prstGeom prst="rect">
            <a:avLst/>
          </a:prstGeom>
          <a:solidFill>
            <a:srgbClr val="0B3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533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20116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org chart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4505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 approval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8895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training overview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3284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inbox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7673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portal access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6208" y="1353312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1353312"/>
            <a:ext cx="2697480" cy="548640"/>
          </a:xfrm>
          <a:prstGeom prst="roundRect">
            <a:avLst>
              <a:gd name="adj" fmla="val 20000"/>
            </a:avLst>
          </a:prstGeom>
          <a:solidFill>
            <a:srgbClr val="0D7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1691640"/>
            <a:ext cx="2697480" cy="219456"/>
          </a:xfrm>
          <a:prstGeom prst="rect">
            <a:avLst/>
          </a:prstGeom>
          <a:solidFill>
            <a:srgbClr val="0D7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3533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9088" y="20116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profile &amp;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19088" y="24505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IT tickets only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8895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news &amp; feed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19088" y="33284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University access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9088" y="37673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events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4279392"/>
            <a:ext cx="2697480" cy="713232"/>
          </a:xfrm>
          <a:prstGeom prst="roundRect">
            <a:avLst>
              <a:gd name="adj" fmla="val 12821"/>
            </a:avLst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159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SSO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Microsoft 365 — no extra password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4279392"/>
            <a:ext cx="2697480" cy="713232"/>
          </a:xfrm>
          <a:prstGeom prst="roundRect">
            <a:avLst>
              <a:gd name="adj" fmla="val 12821"/>
            </a:avLst>
          </a:prstGeom>
          <a:solidFill>
            <a:srgbClr val="071F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43159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Admin Grants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01568" y="45720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specific admin sections to select users only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36208" y="4279392"/>
            <a:ext cx="2697480" cy="713232"/>
          </a:xfrm>
          <a:prstGeom prst="roundRect">
            <a:avLst>
              <a:gd name="adj" fmla="val 12821"/>
            </a:avLst>
          </a:prstGeom>
          <a:solidFill>
            <a:srgbClr val="7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43159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University-Only Mode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45936" y="45720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users to training content only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0B3EAF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A7D34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1097280"/>
            <a:ext cx="2560320" cy="2560320"/>
          </a:xfrm>
          <a:prstGeom prst="ellipse">
            <a:avLst/>
          </a:prstGeom>
          <a:solidFill>
            <a:srgbClr val="0B3EA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7D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Our People. Designed to Connect AGC.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397764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0B3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977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memberportal.amirgc.com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AGC Member Portal — SLT Walkthrough</dc:title>
  <dc:subject>PptxGenJS Presentation</dc:subject>
  <dc:creator>AGC</dc:creator>
  <cp:lastModifiedBy>AGC</cp:lastModifiedBy>
  <cp:revision>1</cp:revision>
  <dcterms:created xsi:type="dcterms:W3CDTF">2026-06-24T02:26:49Z</dcterms:created>
  <dcterms:modified xsi:type="dcterms:W3CDTF">2026-06-24T02:26:49Z</dcterms:modified>
</cp:coreProperties>
</file>